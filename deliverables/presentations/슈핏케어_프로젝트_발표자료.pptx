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슈핏케어 챗봇 프로젝트 발표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하이브리드 맞춤 추천 챗봇 구축 결과</a:t>
            </a:r>
          </a:p>
          <a:p>
            <a:r>
              <a:t>발표일: 2026-04-26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프로젝트 목표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고객 이탈이 적은 대화형 발볼/핏 진단 경험 제공</a:t>
            </a:r>
          </a:p>
          <a:p>
            <a:pPr>
              <a:defRPr sz="2200"/>
            </a:pPr>
            <a:r>
              <a:t>룰 기반 안정성과 LLM 유연성을 결합한 하이브리드 추천</a:t>
            </a:r>
          </a:p>
          <a:p>
            <a:pPr>
              <a:defRPr sz="2200"/>
            </a:pPr>
            <a:r>
              <a:t>추천 결과를 고객이 이해하기 쉬운 문장으로 전달</a:t>
            </a:r>
          </a:p>
          <a:p>
            <a:pPr>
              <a:defRPr sz="2200"/>
            </a:pPr>
            <a:r>
              <a:t>네이버 톡톡 채널에서 실서비스 가능한 배포 완성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슈핏케어 기획 의도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온라인 신발 구매에서 가장 큰 실패 요인인 '핏/사이즈 불확실성' 해결</a:t>
            </a:r>
          </a:p>
          <a:p>
            <a:pPr>
              <a:defRPr sz="2200"/>
            </a:pPr>
            <a:r>
              <a:t>고객의 발 상태와 착화 경험을 대화형으로 수집해 맞춤 추천 제공</a:t>
            </a:r>
          </a:p>
          <a:p>
            <a:pPr>
              <a:defRPr sz="2200"/>
            </a:pPr>
            <a:r>
              <a:t>상담사 경험 의존을 줄이고, 일관된 추천 품질을 시스템으로 표준화</a:t>
            </a:r>
          </a:p>
          <a:p>
            <a:pPr>
              <a:defRPr sz="2200"/>
            </a:pPr>
            <a:r>
              <a:t>고객은 쉽게 선택하고, 운영자는 데이터로 개선하는 구조 구축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핵심 문제 정의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순차 설문형 UX로 인한 대화 이탈</a:t>
            </a:r>
          </a:p>
          <a:p>
            <a:pPr>
              <a:defRPr sz="2200"/>
            </a:pPr>
            <a:r>
              <a:t>숫자형 버튼/전문 용어로 인한 이해도 저하</a:t>
            </a:r>
          </a:p>
          <a:p>
            <a:pPr>
              <a:defRPr sz="2200"/>
            </a:pPr>
            <a:r>
              <a:t>추천 근거 부족으로 신뢰도 저하</a:t>
            </a:r>
          </a:p>
          <a:p>
            <a:pPr>
              <a:defRPr sz="2200"/>
            </a:pPr>
            <a:r>
              <a:t>채널 연동 과정에서 웹훅/응답 경로 불안정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쇼핑몰 문제 해결 및 가치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문제 1) 사이즈 실패/반품 증가  -&gt;  해결) 발볼·핏 중심 추천으로 미스매치 감소</a:t>
            </a:r>
          </a:p>
          <a:p>
            <a:pPr>
              <a:defRPr sz="2200"/>
            </a:pPr>
            <a:r>
              <a:t>문제 2) 고객 문의 응대 부담  -&gt;  해결) 챗봇 자동 진단으로 반복 상담 효율화</a:t>
            </a:r>
          </a:p>
          <a:p>
            <a:pPr>
              <a:defRPr sz="2200"/>
            </a:pPr>
            <a:r>
              <a:t>문제 3) 구매 결정 어려움  -&gt;  해결) TOP3 제안 + 쉬운 추천 이유로 선택 지원</a:t>
            </a:r>
          </a:p>
          <a:p>
            <a:pPr>
              <a:defRPr sz="2200"/>
            </a:pPr>
            <a:r>
              <a:t>가치) 전환율 개선, 반품율 관리, 상담 비용 절감, 고객 만족도 향상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UX 개선 전/후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39496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/>
            </a:pPr>
            <a:r>
              <a:t>현재</a:t>
            </a:r>
          </a:p>
          <a:p>
            <a:pPr>
              <a:defRPr sz="2000"/>
            </a:pPr>
            <a:r>
              <a:t>Q1, Q2 중심 설문 톤</a:t>
            </a:r>
          </a:p>
          <a:p>
            <a:pPr>
              <a:defRPr sz="2000"/>
            </a:pPr>
            <a:r>
              <a:t>숫자 입력 위주 버튼</a:t>
            </a:r>
          </a:p>
          <a:p>
            <a:pPr>
              <a:defRPr sz="2000"/>
            </a:pPr>
            <a:r>
              <a:t>관리자용 문구 고객 노출</a:t>
            </a:r>
          </a:p>
          <a:p>
            <a:pPr>
              <a:defRPr sz="2000"/>
            </a:pPr>
            <a:r>
              <a:t>상품 추천 이유가 기술 용어 중심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0" y="1371600"/>
            <a:ext cx="539496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/>
            </a:pPr>
            <a:r>
              <a:t>개선 후</a:t>
            </a:r>
          </a:p>
          <a:p>
            <a:pPr>
              <a:defRPr sz="2000"/>
            </a:pPr>
            <a:r>
              <a:t>대화형 문구 + 친절한 안내 톤</a:t>
            </a:r>
          </a:p>
          <a:p>
            <a:pPr>
              <a:defRPr sz="2000"/>
            </a:pPr>
            <a:r>
              <a:t>텍스트형 버튼으로 통일</a:t>
            </a:r>
          </a:p>
          <a:p>
            <a:pPr>
              <a:defRPr sz="2000"/>
            </a:pPr>
            <a:r>
              <a:t>고객 메시지와 관리자 정보 분리</a:t>
            </a:r>
          </a:p>
          <a:p>
            <a:pPr>
              <a:defRPr sz="2000"/>
            </a:pPr>
            <a:r>
              <a:t>모바일 친화 3줄 추천 이유 + 간결한 TOP3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시스템 아키텍처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FastAPI + Uvicorn 기반 API 서버</a:t>
            </a:r>
          </a:p>
          <a:p>
            <a:pPr>
              <a:defRPr sz="2200"/>
            </a:pPr>
            <a:r>
              <a:t>ConversationController 상태머신으로 대화 흐름 제어</a:t>
            </a:r>
          </a:p>
          <a:p>
            <a:pPr>
              <a:defRPr sz="2200"/>
            </a:pPr>
            <a:r>
              <a:t>HybridProductRecommender: 후보 필터링 + 랭킹 + 설명</a:t>
            </a:r>
          </a:p>
          <a:p>
            <a:pPr>
              <a:defRPr sz="2200"/>
            </a:pPr>
            <a:r>
              <a:t>CSV 데이터 소스(products/specs/tags/feedback) 연동</a:t>
            </a:r>
          </a:p>
          <a:p>
            <a:pPr>
              <a:defRPr sz="2200"/>
            </a:pPr>
            <a:r>
              <a:t>Naver webhook + send API 이중 경로 대응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추천 로직 (실무형 하이브리드)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1단계: 태깅/메타데이터 기반 후보 추리기</a:t>
            </a:r>
          </a:p>
          <a:p>
            <a:pPr>
              <a:defRPr sz="2200"/>
            </a:pPr>
            <a:r>
              <a:t>2단계: 진단 결과 기반 점수 랭킹(핏/사이즈/증상/가공성/인기도)</a:t>
            </a:r>
          </a:p>
          <a:p>
            <a:pPr>
              <a:defRPr sz="2200"/>
            </a:pPr>
            <a:r>
              <a:t>3단계: 고객 친화 설명문 생성</a:t>
            </a:r>
          </a:p>
          <a:p>
            <a:pPr>
              <a:defRPr sz="2200"/>
            </a:pPr>
            <a:r>
              <a:t>결과: TOP 3 + 모델코드 축약 표기 + 모바일 가독성 최적화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슈핏케어 핵심 로직 (요약)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입력 수집: 발 형태(넓음/무지외반/앞코), 사이즈, 착화 경험을 대화형으로 받음</a:t>
            </a:r>
          </a:p>
          <a:p>
            <a:pPr>
              <a:defRPr sz="2200"/>
            </a:pPr>
            <a:r>
              <a:t>진단 엔진: 룰 기반으로 추천 핏/사이즈/보정 필요 여부를 먼저 계산</a:t>
            </a:r>
          </a:p>
          <a:p>
            <a:pPr>
              <a:defRPr sz="2200"/>
            </a:pPr>
            <a:r>
              <a:t>후보 필터: 디자인과 핏 기준으로 상품 후보를 좁힘</a:t>
            </a:r>
          </a:p>
          <a:p>
            <a:pPr>
              <a:defRPr sz="2200"/>
            </a:pPr>
            <a:r>
              <a:t>랭킹: 핏 적합도 + 사이즈 근접도 + 증상 대응 + 운영 지표를 합산해 TOP3 선정</a:t>
            </a:r>
          </a:p>
          <a:p>
            <a:pPr>
              <a:defRPr sz="2200"/>
            </a:pPr>
            <a:r>
              <a:t>설명 생성: 고객이 이해하기 쉬운 문장으로 추천 이유를 요약해 전달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핵심 로직 간략 설명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한 줄 요약: 고객 발 상태를 먼저 해석한 뒤, '맞는 상품 3개'를 근거와 함께 제시하는 구조</a:t>
            </a:r>
          </a:p>
          <a:p>
            <a:pPr>
              <a:defRPr sz="2200"/>
            </a:pPr>
            <a:r>
              <a:t>왜 효과적인가: 단순 인기순이 아니라 고객 상태를 우선 반영해 실패 구매를 줄임</a:t>
            </a:r>
          </a:p>
          <a:p>
            <a:pPr>
              <a:defRPr sz="2200"/>
            </a:pPr>
            <a:r>
              <a:t>운영 장점: 규칙 기반이라 안정적이고, 데이터가 쌓일수록 가중치 튜닝으로 성능 개선 가능</a:t>
            </a:r>
          </a:p>
          <a:p>
            <a:pPr>
              <a:defRPr sz="2200"/>
            </a:pPr>
            <a:r>
              <a:t>고객 경험: 어려운 용어를 줄이고 짧은 대화형 안내로 완주율과 이해도를 높임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데이터 구성 및 품질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실데이터 35개 상품 입력 완료</a:t>
            </a:r>
          </a:p>
          <a:p>
            <a:pPr>
              <a:defRPr sz="2200"/>
            </a:pPr>
            <a:r>
              <a:t>CSV 정규화 스크립트로 오탈자/혼합값 자동 보정</a:t>
            </a:r>
          </a:p>
          <a:p>
            <a:pPr>
              <a:defRPr sz="2200"/>
            </a:pPr>
            <a:r>
              <a:t>상태: products / product_fit_specs / product_tags / feedback 연동</a:t>
            </a:r>
          </a:p>
          <a:p>
            <a:pPr>
              <a:defRPr sz="2200"/>
            </a:pPr>
            <a:r>
              <a:t>환경변수 기반 추천 가중치 조정 가능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배포 및 채널 연동 결과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Render 배포 완료 (운영 URL 연동)</a:t>
            </a:r>
          </a:p>
          <a:p>
            <a:pPr>
              <a:defRPr sz="2200"/>
            </a:pPr>
            <a:r>
              <a:t>Naver webhook URL 및 send event 설정 완료</a:t>
            </a:r>
          </a:p>
          <a:p>
            <a:pPr>
              <a:defRPr sz="2200"/>
            </a:pPr>
            <a:r>
              <a:t>운영 점검 API로 이벤트 유입 확인(/ops/naver-events-summary)</a:t>
            </a:r>
          </a:p>
          <a:p>
            <a:pPr>
              <a:defRPr sz="2200"/>
            </a:pPr>
            <a:r>
              <a:t>최종 스모크 테스트: webhook 수신 + 응답 반환 정상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데모 시나리오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시작: 상품 먼저 추천받기 / 발 정보 입력 후 추천받기 선택</a:t>
            </a:r>
          </a:p>
          <a:p>
            <a:pPr>
              <a:defRPr sz="2200"/>
            </a:pPr>
            <a:r>
              <a:t>진단: 발 형태/사이즈/착화 경험 입력</a:t>
            </a:r>
          </a:p>
          <a:p>
            <a:pPr>
              <a:defRPr sz="2200"/>
            </a:pPr>
            <a:r>
              <a:t>결과: 추천 핏·사이즈·설명 + TOP3 상품 제시</a:t>
            </a:r>
          </a:p>
          <a:p>
            <a:pPr>
              <a:defRPr sz="2200"/>
            </a:pPr>
            <a:r>
              <a:t>재진단: 같은 채팅창에서 1/2 재입력으로 재시작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기대 효과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고객 이해도 향상: 어려운 용어 제거 + 친절한 문구</a:t>
            </a:r>
          </a:p>
          <a:p>
            <a:pPr>
              <a:defRPr sz="2200"/>
            </a:pPr>
            <a:r>
              <a:t>상담 효율 향상: 진단 자동화로 반복 문의 감소</a:t>
            </a:r>
          </a:p>
          <a:p>
            <a:pPr>
              <a:defRPr sz="2200"/>
            </a:pPr>
            <a:r>
              <a:t>추천 신뢰도 향상: 근거 기반 결과 제공</a:t>
            </a:r>
          </a:p>
          <a:p>
            <a:pPr>
              <a:defRPr sz="2200"/>
            </a:pPr>
            <a:r>
              <a:t>운영 확장성 확보: 데이터 누적 기반 고도화 가능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향후 고도화 로드맵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배송/교환반품 FAQ의 단계적 RAG 도입</a:t>
            </a:r>
          </a:p>
          <a:p>
            <a:pPr>
              <a:defRPr sz="2200"/>
            </a:pPr>
            <a:r>
              <a:t>주문/반품 폐루프 데이터와 추천 검증 로직 확장</a:t>
            </a:r>
          </a:p>
          <a:p>
            <a:pPr>
              <a:defRPr sz="2200"/>
            </a:pPr>
            <a:r>
              <a:t>A/B 테스트로 문구/버튼/가중치 지속 최적화</a:t>
            </a:r>
          </a:p>
          <a:p>
            <a:pPr>
              <a:defRPr sz="2200"/>
            </a:pPr>
            <a:r>
              <a:t>운영 대시보드 고도화(이벤트/전환/반품율 추적)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SaaS 확장 방향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멀티 쇼핑몰/브랜드 지원: shop_id 기반 정책/카탈로그 분리</a:t>
            </a:r>
          </a:p>
          <a:p>
            <a:pPr>
              <a:defRPr sz="2200"/>
            </a:pPr>
            <a:r>
              <a:t>도메인 확장: 여성화 -&gt; 남성화/아동화/특정 카테고리로 확장</a:t>
            </a:r>
          </a:p>
          <a:p>
            <a:pPr>
              <a:defRPr sz="2200"/>
            </a:pPr>
            <a:r>
              <a:t>구독형 수익모델: 기본형(진단) + 고급형(분석/대시보드/RAG)</a:t>
            </a:r>
          </a:p>
          <a:p>
            <a:pPr>
              <a:defRPr sz="2200"/>
            </a:pPr>
            <a:r>
              <a:t>데이터 네트워크 효과: 누적 피드백 기반 추천 성능 고도화</a:t>
            </a:r>
          </a:p>
          <a:p>
            <a:pPr>
              <a:defRPr sz="2200"/>
            </a:pPr>
            <a:r>
              <a:t>운영 제품화: 관리자 콘솔, 리포트 자동화, A/B 테스트 내장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