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5분 안에 슈핏케어 프로젝트의 핵심만 요약해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중년여성 고객의 온라인 구매 실패 문제를 줄이고, 발 상태 기반 추천으로 선택 부담을 낮추는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핵심은 대화형 UX와 하이브리드 추천입니다. 고객이 쉽게 입력하고 이해할 수 있도록 메시지를 단순화했습니다.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 수집부터 TOP3 제안까지 하나의 흐름으로 동작하며, 단순 인기순이 아닌 고객 상태를 우선 반영합니다.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실데이터 연동, Render 배포, 네이버 연동, 최종 스모크 테스트까지 완료해 실사용 가능한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 경험과 운영 효율을 동시에 개선하고, 이후 SaaS 구조로 확장 가능한 기반을 마련했습니다.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이상으로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슈핏케어 챗봇 프로젝트 발표 (5분)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중년여성 타깃 맞춤 추천 핵심 요약</a:t>
            </a:r>
          </a:p>
          <a:p>
            <a:r>
              <a:t>발표일: 2026-04-27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문제와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문제: 중년여성 온라인 신발 구매 시 발볼/핏 불확실성으로 반품 증가</a:t>
            </a:r>
          </a:p>
          <a:p>
            <a:pPr>
              <a:defRPr sz="2400"/>
            </a:pPr>
            <a:r>
              <a:t>목표: 대화형 진단으로 맞는 핏·사이즈 추천</a:t>
            </a:r>
          </a:p>
          <a:p>
            <a:pPr>
              <a:defRPr sz="2400"/>
            </a:pPr>
            <a:r>
              <a:t>결과: 이해 쉬운 설명과 TOP3 제안으로 선택 부담 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해결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대화형 UX: 쉬운 버튼 중심 입력</a:t>
            </a:r>
          </a:p>
          <a:p>
            <a:pPr>
              <a:defRPr sz="2400"/>
            </a:pPr>
            <a:r>
              <a:t>하이브리드 추천: 후보 필터 + 점수 랭킹 + 설명 생성</a:t>
            </a:r>
          </a:p>
          <a:p>
            <a:pPr>
              <a:defRPr sz="2400"/>
            </a:pPr>
            <a:r>
              <a:t>고객 친화 출력: 3줄 추천 이유 + 간결한 TOP3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로직 한눈에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입력 수집 -&gt; 진단 엔진 -&gt; 후보 필터링 -&gt; TOP3 랭킹 -&gt; 설명 전달</a:t>
            </a:r>
          </a:p>
          <a:p>
            <a:pPr>
              <a:defRPr sz="2400"/>
            </a:pPr>
            <a:r>
              <a:t>단순 인기순이 아닌 고객 발 상태 우선 추천</a:t>
            </a:r>
          </a:p>
          <a:p>
            <a:pPr>
              <a:defRPr sz="2400"/>
            </a:pPr>
            <a:r>
              <a:t>재진단 가능 구조로 반복 개선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구현/배포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실데이터 35개 연동 + 정규화 자동화</a:t>
            </a:r>
          </a:p>
          <a:p>
            <a:pPr>
              <a:defRPr sz="2400"/>
            </a:pPr>
            <a:r>
              <a:t>Render 배포 및 네이버 톡톡 연동 완료</a:t>
            </a:r>
          </a:p>
          <a:p>
            <a:pPr>
              <a:defRPr sz="2400"/>
            </a:pPr>
            <a:r>
              <a:t>웹훅 수신/응답 최종 스모크 테스트 통과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 및 확장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고객: 사이즈 실패 감소, 이해도 향상</a:t>
            </a:r>
          </a:p>
          <a:p>
            <a:pPr>
              <a:defRPr sz="2400"/>
            </a:pPr>
            <a:r>
              <a:t>쇼핑몰: 상담 효율화, 반품 관리</a:t>
            </a:r>
          </a:p>
          <a:p>
            <a:pPr>
              <a:defRPr sz="2400"/>
            </a:pPr>
            <a:r>
              <a:t>확장: SaaS 멀티 테넌트/FAQ-RAG/폐루프 고도화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슈핏케어는 중년여성 타깃 문제를 실제 운영 가능한 형태로 해결</a:t>
            </a:r>
          </a:p>
          <a:p>
            <a:pPr>
              <a:defRPr sz="2400"/>
            </a:pPr>
            <a:r>
              <a:t>현재 범위 구축 완료, 다음 단계는 데이터 기반 고도화</a:t>
            </a:r>
          </a:p>
          <a:p>
            <a:pPr>
              <a:defRPr sz="2400"/>
            </a:pPr>
            <a: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