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안녕하세요. 슈핏케어 챗봇 프로젝트를 발표하겠습니다. 이번 프로젝트는 중년여성 고객의 발볼/핏 불편을 줄이는 데 집중했습니다.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프로젝트 목표는 대화형 진단 경험, 하이브리드 추천, 이해 쉬운 결과 전달, 그리고 네이버 채널 실서비스 완성입니다.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중년여성 고객은 발볼 압박, 무지외반 등으로 온라인 구매 실패가 잦습니다. 이 문제를 대화형 진단으로 해결하는 것이 기획 의도입니다.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해결 전략은 UX 개선, 하이브리드 추천, 고객용 문구 개선, 재진단 지원 네 가지입니다.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로직은 입력 수집에서 시작해 진단, 후보 필터링, TOP3 랭킹, 쉬운 설명 전달까지 이어지는 파이프라인입니다.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실데이터 35개를 연동했고, CSV 정규화 자동화로 데이터 품질을 보완했습니다. 운영 중 가중치 조정도 가능합니다.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FastAPI 기반으로 상태머신과 추천기를 분리했고, 네이버 webhook과 send API를 모두 지원하도록 구성했습니다.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Render 배포와 네이버 연동을 완료했고, 운영 점검 API로 이벤트 유입과 응답 정상 동작을 확인했습니다.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고객은 이해하기 쉬운 추천을 받고, 쇼핑몰은 상담 효율과 반품 관리 측면에서 효과를 기대할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향후에는 멀티 쇼핑몰 지원, 카테고리 확장, 구독형 상품화, 데이터 기반 성능 고도화를 추진합니다.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정리하면 슈핏케어는 중년여성 타깃 문제를 실서비스 가능한 형태로 해결한 프로젝트이며, 현재 범위 목표를 완료했습니다.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슈핏케어 챗봇 프로젝트 발표 (10분)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중년여성 타깃 맞춤 추천 챗봇</a:t>
            </a:r>
          </a:p>
          <a:p>
            <a:r>
              <a:t>발표일: 2026-04-27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프로젝트 목표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중년여성 고객의 발볼/핏 불편을 대화형 진단으로 해결</a:t>
            </a:r>
          </a:p>
          <a:p>
            <a:pPr>
              <a:defRPr sz="2200"/>
            </a:pPr>
            <a:r>
              <a:t>룰 기반 안정성과 하이브리드 추천 결합</a:t>
            </a:r>
          </a:p>
          <a:p>
            <a:pPr>
              <a:defRPr sz="2200"/>
            </a:pPr>
            <a:r>
              <a:t>고객 친화 문구로 이해도와 완주율 개선</a:t>
            </a:r>
          </a:p>
          <a:p>
            <a:pPr>
              <a:defRPr sz="2200"/>
            </a:pPr>
            <a:r>
              <a:t>네이버 톡톡 실서비스 배포 완료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기획 의도 및 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온라인 신발 구매의 핵심 문제: 사이즈 불확실성과 반품</a:t>
            </a:r>
          </a:p>
          <a:p>
            <a:pPr>
              <a:defRPr sz="2200"/>
            </a:pPr>
            <a:r>
              <a:t>중년여성 고객군은 무지외반/발볼 압박 이슈가 빈번</a:t>
            </a:r>
          </a:p>
          <a:p>
            <a:pPr>
              <a:defRPr sz="2200"/>
            </a:pPr>
            <a:r>
              <a:t>설문형 UX와 어려운 용어로 이탈 증가</a:t>
            </a:r>
          </a:p>
          <a:p>
            <a:pPr>
              <a:defRPr sz="2200"/>
            </a:pPr>
            <a:r>
              <a:t>상담 품질을 시스템으로 표준화할 필요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해결 전략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대화형 입력: 텍스트 버튼 중심으로 진입 장벽 완화</a:t>
            </a:r>
          </a:p>
          <a:p>
            <a:pPr>
              <a:defRPr sz="2200"/>
            </a:pPr>
            <a:r>
              <a:t>하이브리드 추천: 후보 필터링 + 점수 랭킹 + 설명 생성</a:t>
            </a:r>
          </a:p>
          <a:p>
            <a:pPr>
              <a:defRPr sz="2200"/>
            </a:pPr>
            <a:r>
              <a:t>고객용 메시지 최적화: 관리자 문구 제거, 쉬운 설명 제공</a:t>
            </a:r>
          </a:p>
          <a:p>
            <a:pPr>
              <a:defRPr sz="2200"/>
            </a:pPr>
            <a:r>
              <a:t>재진단 지원: 같은 채팅창에서 즉시 재시작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핵심 로직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입력 수집: 발 형태/사이즈/착화 경험</a:t>
            </a:r>
          </a:p>
          <a:p>
            <a:pPr>
              <a:defRPr sz="2200"/>
            </a:pPr>
            <a:r>
              <a:t>2) 진단 엔진: 추천 핏·사이즈·보정 계산</a:t>
            </a:r>
          </a:p>
          <a:p>
            <a:pPr>
              <a:defRPr sz="2200"/>
            </a:pPr>
            <a:r>
              <a:t>3) 후보 필터링: 디자인/핏 기준으로 후보 축소</a:t>
            </a:r>
          </a:p>
          <a:p>
            <a:pPr>
              <a:defRPr sz="2200"/>
            </a:pPr>
            <a:r>
              <a:t>4) TOP3 랭킹: 적합도 중심 점수 합산</a:t>
            </a:r>
          </a:p>
          <a:p>
            <a:pPr>
              <a:defRPr sz="2200"/>
            </a:pPr>
            <a:r>
              <a:t>5) 설명 생성: 모바일 친화 3줄 요약 + 간결한 상품 목록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구성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실데이터 35개 상품 입력 완료</a:t>
            </a:r>
          </a:p>
          <a:p>
            <a:pPr>
              <a:defRPr sz="2200"/>
            </a:pPr>
            <a:r>
              <a:t>CSV 4종 연동: 상품/핏스펙/태그/피드백</a:t>
            </a:r>
          </a:p>
          <a:p>
            <a:pPr>
              <a:defRPr sz="2200"/>
            </a:pPr>
            <a:r>
              <a:t>정규화 스크립트로 오탈자·혼합값 자동 보정</a:t>
            </a:r>
          </a:p>
          <a:p>
            <a:pPr>
              <a:defRPr sz="2200"/>
            </a:pPr>
            <a:r>
              <a:t>가중치 환경변수화로 운영 중 튜닝 가능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아키텍처 및 연동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FastAPI + Uvicorn + 상태머신(ConversationController)</a:t>
            </a:r>
          </a:p>
          <a:p>
            <a:pPr>
              <a:defRPr sz="2200"/>
            </a:pPr>
            <a:r>
              <a:t>HybridProductRecommender 모듈 분리</a:t>
            </a:r>
          </a:p>
          <a:p>
            <a:pPr>
              <a:defRPr sz="2200"/>
            </a:pPr>
            <a:r>
              <a:t>Naver webhook + send API 경로 동시 지원</a:t>
            </a:r>
          </a:p>
          <a:p>
            <a:pPr>
              <a:defRPr sz="2200"/>
            </a:pPr>
            <a:r>
              <a:t>운영 점검 API(/ops/naver-events-summary)로 실시간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배포/검증 결과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Render 배포 완료 및 최신 커밋 반영 확인</a:t>
            </a:r>
          </a:p>
          <a:p>
            <a:pPr>
              <a:defRPr sz="2200"/>
            </a:pPr>
            <a:r>
              <a:t>네이버 웹훅 수신/응답/이벤트 증가 확인</a:t>
            </a:r>
          </a:p>
          <a:p>
            <a:pPr>
              <a:defRPr sz="2200"/>
            </a:pPr>
            <a:r>
              <a:t>최종 스모크 테스트 1회 통과</a:t>
            </a:r>
          </a:p>
          <a:p>
            <a:pPr>
              <a:defRPr sz="2200"/>
            </a:pPr>
            <a:r>
              <a:t>실서비스 가능한 안정 상태 도달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기대 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고객: 이해 쉬운 안내 + 실패 구매 감소</a:t>
            </a:r>
          </a:p>
          <a:p>
            <a:pPr>
              <a:defRPr sz="2200"/>
            </a:pPr>
            <a:r>
              <a:t>쇼핑몰: 상담 효율 향상 + 반품율 관리</a:t>
            </a:r>
          </a:p>
          <a:p>
            <a:pPr>
              <a:defRPr sz="2200"/>
            </a:pPr>
            <a:r>
              <a:t>운영: 데이터 기반 지속 개선 가능</a:t>
            </a:r>
          </a:p>
          <a:p>
            <a:pPr>
              <a:defRPr sz="2200"/>
            </a:pPr>
            <a:r>
              <a:t>비즈니스: 전환율 개선 및 재구매 가능성 확대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SaaS 확장 방향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멀티 쇼핑몰/브랜드 지원 (shop_id 기반 분리)</a:t>
            </a:r>
          </a:p>
          <a:p>
            <a:pPr>
              <a:defRPr sz="2200"/>
            </a:pPr>
            <a:r>
              <a:t>카테고리 확장 (여성화 -&gt; 타 카테고리)</a:t>
            </a:r>
          </a:p>
          <a:p>
            <a:pPr>
              <a:defRPr sz="2200"/>
            </a:pPr>
            <a:r>
              <a:t>구독형 상품화 (기본형/고급형 분석)</a:t>
            </a:r>
          </a:p>
          <a:p>
            <a:pPr>
              <a:defRPr sz="2200"/>
            </a:pPr>
            <a:r>
              <a:t>폐루프 데이터 기반 추천 고도화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슈핏케어는 중년여성 타깃의 실사용 가능한 맞춤 추천 챗봇</a:t>
            </a:r>
          </a:p>
          <a:p>
            <a:pPr>
              <a:defRPr sz="2200"/>
            </a:pPr>
            <a:r>
              <a:t>대화형 진단 + 하이브리드 추천으로 고객 경험과 운영 효율 동시 개선</a:t>
            </a:r>
          </a:p>
          <a:p>
            <a:pPr>
              <a:defRPr sz="2200"/>
            </a:pPr>
            <a:r>
              <a:t>현재 목표 범위 100% 완료, 고도화 단계 진입 가능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